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0E5C0"/>
                </a:solidFill>
                <a:latin typeface="Arial"/>
              </a:defRPr>
            </a:pPr>
            <a:r>
              <a:t>Forkline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EAF4F5"/>
                </a:solidFill>
                <a:latin typeface="Arial"/>
              </a:defRPr>
            </a:pPr>
            <a:r>
              <a:t>The transaction vanished.</a:t>
            </a:r>
          </a:p>
          <a:p>
            <a:pPr>
              <a:defRPr sz="3600">
                <a:solidFill>
                  <a:srgbClr val="EAF4F5"/>
                </a:solidFill>
                <a:latin typeface="Arial"/>
              </a:defRPr>
            </a:pPr>
            <a:r>
              <a:t>Your delivery did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2044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0B3C1"/>
                </a:solidFill>
                <a:latin typeface="Arial"/>
              </a:defRPr>
            </a:pPr>
            <a:r>
              <a:t>A reorg rehearsal workbench for Web3 fulfillment, membership and ticketing developers.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0B3C1"/>
                </a:solidFill>
                <a:latin typeface="Arial"/>
              </a:defRPr>
            </a:pPr>
            <a:r>
              <a:t>FORKLINE    /    01    /    05    |    MIT    |    AI-assisted original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0E5C0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EAF4F5"/>
                </a:solidFill>
                <a:latin typeface="Arial"/>
              </a:defRPr>
            </a:pPr>
            <a:r>
              <a:t>One event. Two different commitments.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2044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0B3C1"/>
                </a:solidFill>
                <a:latin typeface="Arial"/>
              </a:defRPr>
            </a:pPr>
            <a:r>
              <a:t>A node can report an event that is later orphaned. An external action can already be complete. Rolling back an index is not rolling back a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0B3C1"/>
                </a:solidFill>
                <a:latin typeface="Arial"/>
              </a:defRPr>
            </a:pPr>
            <a:r>
              <a:t>FORKLINE    /    02    /    05    |    MIT    |    AI-assisted original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0E5C0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EAF4F5"/>
                </a:solidFill>
                <a:latin typeface="Arial"/>
              </a:defRPr>
            </a:pPr>
            <a:r>
              <a:t>Execute a fork. Rehearse your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2044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0B3C1"/>
                </a:solidFill>
                <a:latin typeface="Arial"/>
              </a:defRPr>
            </a:pPr>
            <a:r>
              <a:t>Compile and deploy a Solidity fixture on a local EVM. Mine competing histories. Replay node-reported heads, choose a confirmation policy and simulate delivery acknowledgments.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0B3C1"/>
                </a:solidFill>
                <a:latin typeface="Arial"/>
              </a:defRPr>
            </a:pPr>
            <a:r>
              <a:t>FORKLINE    /    03    /    05    |    MIT    |    AI-assisted original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0E5C0"/>
                </a:solidFill>
                <a:latin typeface="Arial"/>
              </a:defRPr>
            </a:pPr>
            <a:r>
              <a:t>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EAF4F5"/>
                </a:solidFill>
                <a:latin typeface="Arial"/>
              </a:defRPr>
            </a:pPr>
            <a:r>
              <a:t>Make the irreversible boundary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2044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0B3C1"/>
                </a:solidFill>
                <a:latin typeface="Arial"/>
              </a:defRPr>
            </a:pPr>
            <a:r>
              <a:t>Separate canonical observations from acknowledged work. Deduplicate repeated events. Latch an incident after evidence is lost. Save and replay the same decisions. This combines established techniques; it does not invent reorg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0B3C1"/>
                </a:solidFill>
                <a:latin typeface="Arial"/>
              </a:defRPr>
            </a:pPr>
            <a:r>
              <a:t>FORKLINE    /    04    /    05    |    MIT    |    AI-assisted original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0E5C0"/>
                </a:solidFill>
                <a:latin typeface="Arial"/>
              </a:defRPr>
            </a:pPr>
            <a:r>
              <a:t>VALIDATION /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EAF4F5"/>
                </a:solidFill>
                <a:latin typeface="Arial"/>
              </a:defRPr>
            </a:pPr>
            <a:r>
              <a:t>A tested rehearsal, not a payment gateway.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2044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0B3C1"/>
                </a:solidFill>
                <a:latin typeface="Arial"/>
              </a:defRPr>
            </a:pPr>
            <a:r>
              <a:t>49 engine tests, 9 actual local-EVM checks and 18 browser workflows passed. No real assets or live consensus. Next: maintained-node adapters, production outbox integration and developer field testing. No revenue or financial benefit is claimed.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0B3C1"/>
                </a:solidFill>
                <a:latin typeface="Arial"/>
              </a:defRPr>
            </a:pPr>
            <a:r>
              <a:t>FORKLINE    /    05    /    05    |    MIT    |    AI-assisted original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